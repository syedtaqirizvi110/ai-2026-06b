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DAE3F30-7B1A-4210-AD22-5AB1BC02D629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Applications Of Programming" id="{CE341999-CBC1-4610-9560-A70EA17C9603}">
          <p14:sldIdLst>
            <p14:sldId id="262"/>
            <p14:sldId id="26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B718F3-6FE6-421C-AD5B-E4AC662DEAA8}" type="doc">
      <dgm:prSet loTypeId="urn:microsoft.com/office/officeart/2011/layout/Tab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PK"/>
        </a:p>
      </dgm:t>
    </dgm:pt>
    <dgm:pt modelId="{A56CAB4A-163F-46F5-96D4-7E362EA2A749}">
      <dgm:prSet phldrT="[Text]"/>
      <dgm:spPr/>
      <dgm:t>
        <a:bodyPr/>
        <a:lstStyle/>
        <a:p>
          <a:r>
            <a:rPr lang="en-US" b="1" dirty="0"/>
            <a:t>Python</a:t>
          </a:r>
          <a:endParaRPr lang="en-PK" dirty="0"/>
        </a:p>
      </dgm:t>
    </dgm:pt>
    <dgm:pt modelId="{7FFA4BD9-6FD8-43C6-8A83-0C624983170C}" type="parTrans" cxnId="{048CBFBD-E7EB-4CC0-AE5B-9561C9C09CA8}">
      <dgm:prSet/>
      <dgm:spPr/>
      <dgm:t>
        <a:bodyPr/>
        <a:lstStyle/>
        <a:p>
          <a:endParaRPr lang="en-PK"/>
        </a:p>
      </dgm:t>
    </dgm:pt>
    <dgm:pt modelId="{0A127239-431A-47EF-818E-983358E527EB}" type="sibTrans" cxnId="{048CBFBD-E7EB-4CC0-AE5B-9561C9C09CA8}">
      <dgm:prSet/>
      <dgm:spPr/>
      <dgm:t>
        <a:bodyPr/>
        <a:lstStyle/>
        <a:p>
          <a:endParaRPr lang="en-PK"/>
        </a:p>
      </dgm:t>
    </dgm:pt>
    <dgm:pt modelId="{B6B80496-1404-442F-994C-A0911B45ED6E}">
      <dgm:prSet phldrT="[Text]"/>
      <dgm:spPr/>
      <dgm:t>
        <a:bodyPr/>
        <a:lstStyle/>
        <a:p>
          <a:r>
            <a:rPr lang="en-US" dirty="0"/>
            <a:t>-</a:t>
          </a:r>
          <a:endParaRPr lang="en-PK" dirty="0"/>
        </a:p>
      </dgm:t>
    </dgm:pt>
    <dgm:pt modelId="{3C189DED-529B-49BE-ADEF-BC897D5AED9A}" type="parTrans" cxnId="{00E562FD-AC50-4089-BF66-ECF21C7C86FE}">
      <dgm:prSet/>
      <dgm:spPr/>
      <dgm:t>
        <a:bodyPr/>
        <a:lstStyle/>
        <a:p>
          <a:endParaRPr lang="en-PK"/>
        </a:p>
      </dgm:t>
    </dgm:pt>
    <dgm:pt modelId="{893F835E-A13C-4376-B68D-FEA10833E559}" type="sibTrans" cxnId="{00E562FD-AC50-4089-BF66-ECF21C7C86FE}">
      <dgm:prSet/>
      <dgm:spPr/>
      <dgm:t>
        <a:bodyPr/>
        <a:lstStyle/>
        <a:p>
          <a:endParaRPr lang="en-PK"/>
        </a:p>
      </dgm:t>
    </dgm:pt>
    <dgm:pt modelId="{E5DD5A05-55DA-496F-B63D-DDB3B3914D54}">
      <dgm:prSet phldrT="[Text]" custT="1"/>
      <dgm:spPr/>
      <dgm:t>
        <a:bodyPr anchor="ctr"/>
        <a:lstStyle/>
        <a:p>
          <a:r>
            <a:rPr lang="en-US" sz="2400" dirty="0"/>
            <a:t>Easy to learn, widely used in AI and data science.</a:t>
          </a:r>
          <a:endParaRPr lang="en-PK" sz="2400" dirty="0"/>
        </a:p>
      </dgm:t>
    </dgm:pt>
    <dgm:pt modelId="{BBA6BA7A-BE73-48D1-845A-937CBC21A84A}" type="parTrans" cxnId="{251D984B-51E1-46D2-8886-F119342A2379}">
      <dgm:prSet/>
      <dgm:spPr/>
      <dgm:t>
        <a:bodyPr/>
        <a:lstStyle/>
        <a:p>
          <a:endParaRPr lang="en-PK"/>
        </a:p>
      </dgm:t>
    </dgm:pt>
    <dgm:pt modelId="{54E22EC3-8FD5-44BA-81A2-98A1258C6CB4}" type="sibTrans" cxnId="{251D984B-51E1-46D2-8886-F119342A2379}">
      <dgm:prSet/>
      <dgm:spPr/>
      <dgm:t>
        <a:bodyPr/>
        <a:lstStyle/>
        <a:p>
          <a:endParaRPr lang="en-PK"/>
        </a:p>
      </dgm:t>
    </dgm:pt>
    <dgm:pt modelId="{2EAB0D49-661C-40C7-B4A0-E6BEC5691692}">
      <dgm:prSet phldrT="[Text]"/>
      <dgm:spPr/>
      <dgm:t>
        <a:bodyPr/>
        <a:lstStyle/>
        <a:p>
          <a:r>
            <a:rPr lang="en-US" b="1" dirty="0"/>
            <a:t>Java</a:t>
          </a:r>
          <a:endParaRPr lang="en-PK" dirty="0"/>
        </a:p>
      </dgm:t>
    </dgm:pt>
    <dgm:pt modelId="{59C706BE-219B-42E4-BC04-81B6AE394D68}" type="parTrans" cxnId="{30786878-4B5D-41DD-9A77-E4C877AF9BB6}">
      <dgm:prSet/>
      <dgm:spPr/>
      <dgm:t>
        <a:bodyPr/>
        <a:lstStyle/>
        <a:p>
          <a:endParaRPr lang="en-PK"/>
        </a:p>
      </dgm:t>
    </dgm:pt>
    <dgm:pt modelId="{C0F07F76-3D6D-4E2E-BEF9-335418ADF0F6}" type="sibTrans" cxnId="{30786878-4B5D-41DD-9A77-E4C877AF9BB6}">
      <dgm:prSet/>
      <dgm:spPr/>
      <dgm:t>
        <a:bodyPr/>
        <a:lstStyle/>
        <a:p>
          <a:endParaRPr lang="en-PK"/>
        </a:p>
      </dgm:t>
    </dgm:pt>
    <dgm:pt modelId="{9FE920D5-AAB5-4F02-B730-53DEB622AF0B}">
      <dgm:prSet phldrT="[Text]"/>
      <dgm:spPr/>
      <dgm:t>
        <a:bodyPr/>
        <a:lstStyle/>
        <a:p>
          <a:r>
            <a:rPr lang="en-US" dirty="0"/>
            <a:t>-</a:t>
          </a:r>
          <a:endParaRPr lang="en-PK" dirty="0"/>
        </a:p>
      </dgm:t>
    </dgm:pt>
    <dgm:pt modelId="{D5C497A3-BBA5-410F-9F4B-01B0DA71B15C}" type="parTrans" cxnId="{3B9D1E5A-7C28-453B-B91F-C2A660A16A30}">
      <dgm:prSet/>
      <dgm:spPr/>
      <dgm:t>
        <a:bodyPr/>
        <a:lstStyle/>
        <a:p>
          <a:endParaRPr lang="en-PK"/>
        </a:p>
      </dgm:t>
    </dgm:pt>
    <dgm:pt modelId="{9535E6A0-82BA-4374-B5E3-75573DF3C9A9}" type="sibTrans" cxnId="{3B9D1E5A-7C28-453B-B91F-C2A660A16A30}">
      <dgm:prSet/>
      <dgm:spPr/>
      <dgm:t>
        <a:bodyPr/>
        <a:lstStyle/>
        <a:p>
          <a:endParaRPr lang="en-PK"/>
        </a:p>
      </dgm:t>
    </dgm:pt>
    <dgm:pt modelId="{F5AF7259-DC82-4ABB-8821-081C6C03240E}">
      <dgm:prSet phldrT="[Text]" custT="1"/>
      <dgm:spPr/>
      <dgm:t>
        <a:bodyPr anchor="ctr"/>
        <a:lstStyle/>
        <a:p>
          <a:r>
            <a:rPr lang="en-US" sz="2400" dirty="0"/>
            <a:t>Common for enterprise and Android applications.</a:t>
          </a:r>
          <a:endParaRPr lang="en-PK" sz="2400" dirty="0"/>
        </a:p>
      </dgm:t>
    </dgm:pt>
    <dgm:pt modelId="{85D159B8-ACCE-45D7-A4CF-6CC28AD56D2C}" type="parTrans" cxnId="{2B705838-C84B-452A-AB4C-7E4D0272A2D4}">
      <dgm:prSet/>
      <dgm:spPr/>
      <dgm:t>
        <a:bodyPr/>
        <a:lstStyle/>
        <a:p>
          <a:endParaRPr lang="en-PK"/>
        </a:p>
      </dgm:t>
    </dgm:pt>
    <dgm:pt modelId="{ADB3E132-5B94-470B-A6E3-E5FEB41D4B09}" type="sibTrans" cxnId="{2B705838-C84B-452A-AB4C-7E4D0272A2D4}">
      <dgm:prSet/>
      <dgm:spPr/>
      <dgm:t>
        <a:bodyPr/>
        <a:lstStyle/>
        <a:p>
          <a:endParaRPr lang="en-PK"/>
        </a:p>
      </dgm:t>
    </dgm:pt>
    <dgm:pt modelId="{4C91CA64-9B0C-4A0B-A1DF-64ADB09E8EBB}">
      <dgm:prSet phldrT="[Text]"/>
      <dgm:spPr/>
      <dgm:t>
        <a:bodyPr/>
        <a:lstStyle/>
        <a:p>
          <a:r>
            <a:rPr lang="en-US" b="1" dirty="0"/>
            <a:t>C++</a:t>
          </a:r>
          <a:endParaRPr lang="en-PK" dirty="0"/>
        </a:p>
      </dgm:t>
    </dgm:pt>
    <dgm:pt modelId="{874AF84A-46D3-4385-9539-F450D1265389}" type="parTrans" cxnId="{E01E022D-D523-4CA4-A405-77F1E650E36D}">
      <dgm:prSet/>
      <dgm:spPr/>
      <dgm:t>
        <a:bodyPr/>
        <a:lstStyle/>
        <a:p>
          <a:endParaRPr lang="en-PK"/>
        </a:p>
      </dgm:t>
    </dgm:pt>
    <dgm:pt modelId="{7905DB5E-CEF8-4FF1-9698-C82EB9BF4C88}" type="sibTrans" cxnId="{E01E022D-D523-4CA4-A405-77F1E650E36D}">
      <dgm:prSet/>
      <dgm:spPr/>
      <dgm:t>
        <a:bodyPr/>
        <a:lstStyle/>
        <a:p>
          <a:endParaRPr lang="en-PK"/>
        </a:p>
      </dgm:t>
    </dgm:pt>
    <dgm:pt modelId="{B9AC70ED-D93A-49C3-BAF3-D358FD5CADF8}">
      <dgm:prSet phldrT="[Text]"/>
      <dgm:spPr/>
      <dgm:t>
        <a:bodyPr/>
        <a:lstStyle/>
        <a:p>
          <a:r>
            <a:rPr lang="en-US" dirty="0"/>
            <a:t>-</a:t>
          </a:r>
          <a:endParaRPr lang="en-PK" dirty="0"/>
        </a:p>
      </dgm:t>
    </dgm:pt>
    <dgm:pt modelId="{09622FD2-A5B9-401C-BE82-232A142F0852}" type="parTrans" cxnId="{783A44BC-99A0-4C32-B6D2-A78BFDE98ED2}">
      <dgm:prSet/>
      <dgm:spPr/>
      <dgm:t>
        <a:bodyPr/>
        <a:lstStyle/>
        <a:p>
          <a:endParaRPr lang="en-PK"/>
        </a:p>
      </dgm:t>
    </dgm:pt>
    <dgm:pt modelId="{EC792C3B-EA53-4FEC-9B6B-8E35FEF62A95}" type="sibTrans" cxnId="{783A44BC-99A0-4C32-B6D2-A78BFDE98ED2}">
      <dgm:prSet/>
      <dgm:spPr/>
      <dgm:t>
        <a:bodyPr/>
        <a:lstStyle/>
        <a:p>
          <a:endParaRPr lang="en-PK"/>
        </a:p>
      </dgm:t>
    </dgm:pt>
    <dgm:pt modelId="{568B1525-66BB-44D8-B73D-214EDD8D272D}">
      <dgm:prSet phldrT="[Text]" custT="1"/>
      <dgm:spPr/>
      <dgm:t>
        <a:bodyPr anchor="ctr"/>
        <a:lstStyle/>
        <a:p>
          <a:r>
            <a:rPr lang="en-US" sz="2400" dirty="0"/>
            <a:t>Used for games and high-performance software.</a:t>
          </a:r>
          <a:endParaRPr lang="en-PK" sz="2400" dirty="0"/>
        </a:p>
      </dgm:t>
    </dgm:pt>
    <dgm:pt modelId="{8D43F1F7-35D9-482B-958E-197E01971890}" type="parTrans" cxnId="{C9D30CC7-E10F-4CF0-AE09-AD1D7C8AE7EA}">
      <dgm:prSet/>
      <dgm:spPr/>
      <dgm:t>
        <a:bodyPr/>
        <a:lstStyle/>
        <a:p>
          <a:endParaRPr lang="en-PK"/>
        </a:p>
      </dgm:t>
    </dgm:pt>
    <dgm:pt modelId="{B507E6F6-4392-4799-9BDC-C3037B1E99F9}" type="sibTrans" cxnId="{C9D30CC7-E10F-4CF0-AE09-AD1D7C8AE7EA}">
      <dgm:prSet/>
      <dgm:spPr/>
      <dgm:t>
        <a:bodyPr/>
        <a:lstStyle/>
        <a:p>
          <a:endParaRPr lang="en-PK"/>
        </a:p>
      </dgm:t>
    </dgm:pt>
    <dgm:pt modelId="{CA2DC00D-8044-4AA3-97AE-BB1CDCB195E6}">
      <dgm:prSet phldrT="[Text]"/>
      <dgm:spPr/>
      <dgm:t>
        <a:bodyPr/>
        <a:lstStyle/>
        <a:p>
          <a:r>
            <a:rPr lang="en-US" b="1" dirty="0"/>
            <a:t>JavaScript</a:t>
          </a:r>
          <a:endParaRPr lang="en-PK" dirty="0"/>
        </a:p>
      </dgm:t>
    </dgm:pt>
    <dgm:pt modelId="{36FA6688-20A6-4BAC-92CE-977B543EC3C3}" type="parTrans" cxnId="{166F58D1-D35E-46ED-AE61-65B8F206E2F8}">
      <dgm:prSet/>
      <dgm:spPr/>
      <dgm:t>
        <a:bodyPr/>
        <a:lstStyle/>
        <a:p>
          <a:endParaRPr lang="en-PK"/>
        </a:p>
      </dgm:t>
    </dgm:pt>
    <dgm:pt modelId="{55E78132-C424-4225-8BFB-9DFF17D6FB32}" type="sibTrans" cxnId="{166F58D1-D35E-46ED-AE61-65B8F206E2F8}">
      <dgm:prSet/>
      <dgm:spPr/>
      <dgm:t>
        <a:bodyPr/>
        <a:lstStyle/>
        <a:p>
          <a:endParaRPr lang="en-PK"/>
        </a:p>
      </dgm:t>
    </dgm:pt>
    <dgm:pt modelId="{E8F6AE88-B642-4C98-BF43-BE89A1B4B26D}">
      <dgm:prSet phldrT="[Text]"/>
      <dgm:spPr/>
      <dgm:t>
        <a:bodyPr/>
        <a:lstStyle/>
        <a:p>
          <a:r>
            <a:rPr lang="en-US" dirty="0"/>
            <a:t>-</a:t>
          </a:r>
          <a:endParaRPr lang="en-PK" dirty="0"/>
        </a:p>
      </dgm:t>
    </dgm:pt>
    <dgm:pt modelId="{A05CD819-129A-416A-B737-3B3F140940DE}" type="parTrans" cxnId="{1DF28509-E70C-40D7-BAED-52A42169D195}">
      <dgm:prSet/>
      <dgm:spPr/>
      <dgm:t>
        <a:bodyPr/>
        <a:lstStyle/>
        <a:p>
          <a:endParaRPr lang="en-PK"/>
        </a:p>
      </dgm:t>
    </dgm:pt>
    <dgm:pt modelId="{262ECCC7-8112-45E4-AF6C-E038D6087897}" type="sibTrans" cxnId="{1DF28509-E70C-40D7-BAED-52A42169D195}">
      <dgm:prSet/>
      <dgm:spPr/>
      <dgm:t>
        <a:bodyPr/>
        <a:lstStyle/>
        <a:p>
          <a:endParaRPr lang="en-PK"/>
        </a:p>
      </dgm:t>
    </dgm:pt>
    <dgm:pt modelId="{F96C0D72-CC05-4A07-96EA-C3552CA46270}">
      <dgm:prSet phldrT="[Text]" custT="1"/>
      <dgm:spPr/>
      <dgm:t>
        <a:bodyPr anchor="ctr"/>
        <a:lstStyle/>
        <a:p>
          <a:r>
            <a:rPr lang="en-US" sz="2400" dirty="0"/>
            <a:t>Makes websites interactive.</a:t>
          </a:r>
          <a:endParaRPr lang="en-PK" sz="2400" dirty="0"/>
        </a:p>
      </dgm:t>
    </dgm:pt>
    <dgm:pt modelId="{6401DD66-50C9-473A-854E-6DA90352E494}" type="parTrans" cxnId="{1F2A3BD4-D2AA-43C1-B15A-4E570995A0E5}">
      <dgm:prSet/>
      <dgm:spPr/>
      <dgm:t>
        <a:bodyPr/>
        <a:lstStyle/>
        <a:p>
          <a:endParaRPr lang="en-PK"/>
        </a:p>
      </dgm:t>
    </dgm:pt>
    <dgm:pt modelId="{1FEF3D16-5614-418F-BED7-14C96D12D9F7}" type="sibTrans" cxnId="{1F2A3BD4-D2AA-43C1-B15A-4E570995A0E5}">
      <dgm:prSet/>
      <dgm:spPr/>
      <dgm:t>
        <a:bodyPr/>
        <a:lstStyle/>
        <a:p>
          <a:endParaRPr lang="en-PK"/>
        </a:p>
      </dgm:t>
    </dgm:pt>
    <dgm:pt modelId="{D2D7C6C2-8536-4D51-8F0D-88B740AB1CE9}" type="pres">
      <dgm:prSet presAssocID="{67B718F3-6FE6-421C-AD5B-E4AC662DEAA8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FEF09632-A1D7-4F29-B535-99A160BF8E61}" type="pres">
      <dgm:prSet presAssocID="{A56CAB4A-163F-46F5-96D4-7E362EA2A749}" presName="composite" presStyleCnt="0"/>
      <dgm:spPr/>
    </dgm:pt>
    <dgm:pt modelId="{3DB07FC4-C3F5-49F2-987A-075970EACB84}" type="pres">
      <dgm:prSet presAssocID="{A56CAB4A-163F-46F5-96D4-7E362EA2A749}" presName="FirstChild" presStyleLbl="revTx" presStyleIdx="0" presStyleCnt="8">
        <dgm:presLayoutVars>
          <dgm:chMax val="0"/>
          <dgm:chPref val="0"/>
          <dgm:bulletEnabled val="1"/>
        </dgm:presLayoutVars>
      </dgm:prSet>
      <dgm:spPr/>
    </dgm:pt>
    <dgm:pt modelId="{932A5FD7-202A-4825-8398-704897D169F6}" type="pres">
      <dgm:prSet presAssocID="{A56CAB4A-163F-46F5-96D4-7E362EA2A749}" presName="Parent" presStyleLbl="alignNode1" presStyleIdx="0" presStyleCnt="4">
        <dgm:presLayoutVars>
          <dgm:chMax val="3"/>
          <dgm:chPref val="3"/>
          <dgm:bulletEnabled val="1"/>
        </dgm:presLayoutVars>
      </dgm:prSet>
      <dgm:spPr/>
    </dgm:pt>
    <dgm:pt modelId="{5EB5C2E5-B0A7-468F-B8CC-95037ED97E8B}" type="pres">
      <dgm:prSet presAssocID="{A56CAB4A-163F-46F5-96D4-7E362EA2A749}" presName="Accent" presStyleLbl="parChTrans1D1" presStyleIdx="0" presStyleCnt="4"/>
      <dgm:spPr/>
    </dgm:pt>
    <dgm:pt modelId="{4EC81365-264E-4669-A3E5-C4B38AA971AB}" type="pres">
      <dgm:prSet presAssocID="{A56CAB4A-163F-46F5-96D4-7E362EA2A749}" presName="Child" presStyleLbl="revTx" presStyleIdx="1" presStyleCnt="8">
        <dgm:presLayoutVars>
          <dgm:chMax val="0"/>
          <dgm:chPref val="0"/>
          <dgm:bulletEnabled val="1"/>
        </dgm:presLayoutVars>
      </dgm:prSet>
      <dgm:spPr/>
    </dgm:pt>
    <dgm:pt modelId="{7414EF02-2AAF-42F5-9098-628AFDFB3377}" type="pres">
      <dgm:prSet presAssocID="{0A127239-431A-47EF-818E-983358E527EB}" presName="sibTrans" presStyleCnt="0"/>
      <dgm:spPr/>
    </dgm:pt>
    <dgm:pt modelId="{CF8FDEC4-ED59-4771-9093-AC75156F7BAF}" type="pres">
      <dgm:prSet presAssocID="{2EAB0D49-661C-40C7-B4A0-E6BEC5691692}" presName="composite" presStyleCnt="0"/>
      <dgm:spPr/>
    </dgm:pt>
    <dgm:pt modelId="{13E3E029-AC27-4EFC-9138-EBEAA597C362}" type="pres">
      <dgm:prSet presAssocID="{2EAB0D49-661C-40C7-B4A0-E6BEC5691692}" presName="FirstChild" presStyleLbl="revTx" presStyleIdx="2" presStyleCnt="8">
        <dgm:presLayoutVars>
          <dgm:chMax val="0"/>
          <dgm:chPref val="0"/>
          <dgm:bulletEnabled val="1"/>
        </dgm:presLayoutVars>
      </dgm:prSet>
      <dgm:spPr/>
    </dgm:pt>
    <dgm:pt modelId="{CBDE42B4-7F7C-4A91-8F12-5B69CD633998}" type="pres">
      <dgm:prSet presAssocID="{2EAB0D49-661C-40C7-B4A0-E6BEC5691692}" presName="Parent" presStyleLbl="alignNode1" presStyleIdx="1" presStyleCnt="4">
        <dgm:presLayoutVars>
          <dgm:chMax val="3"/>
          <dgm:chPref val="3"/>
          <dgm:bulletEnabled val="1"/>
        </dgm:presLayoutVars>
      </dgm:prSet>
      <dgm:spPr/>
    </dgm:pt>
    <dgm:pt modelId="{BE6A7947-7F37-4F47-A1B7-14318224C352}" type="pres">
      <dgm:prSet presAssocID="{2EAB0D49-661C-40C7-B4A0-E6BEC5691692}" presName="Accent" presStyleLbl="parChTrans1D1" presStyleIdx="1" presStyleCnt="4"/>
      <dgm:spPr/>
    </dgm:pt>
    <dgm:pt modelId="{6FEC74D9-70FF-4CAD-85BB-1B1004135357}" type="pres">
      <dgm:prSet presAssocID="{2EAB0D49-661C-40C7-B4A0-E6BEC5691692}" presName="Child" presStyleLbl="revTx" presStyleIdx="3" presStyleCnt="8">
        <dgm:presLayoutVars>
          <dgm:chMax val="0"/>
          <dgm:chPref val="0"/>
          <dgm:bulletEnabled val="1"/>
        </dgm:presLayoutVars>
      </dgm:prSet>
      <dgm:spPr/>
    </dgm:pt>
    <dgm:pt modelId="{D05A12FA-869F-4681-9431-62E1607AC0B2}" type="pres">
      <dgm:prSet presAssocID="{C0F07F76-3D6D-4E2E-BEF9-335418ADF0F6}" presName="sibTrans" presStyleCnt="0"/>
      <dgm:spPr/>
    </dgm:pt>
    <dgm:pt modelId="{4647510B-93B1-44D3-9C57-25ECC27732A6}" type="pres">
      <dgm:prSet presAssocID="{4C91CA64-9B0C-4A0B-A1DF-64ADB09E8EBB}" presName="composite" presStyleCnt="0"/>
      <dgm:spPr/>
    </dgm:pt>
    <dgm:pt modelId="{2861F0CA-2DAA-486D-B371-D694EB16A721}" type="pres">
      <dgm:prSet presAssocID="{4C91CA64-9B0C-4A0B-A1DF-64ADB09E8EBB}" presName="FirstChild" presStyleLbl="revTx" presStyleIdx="4" presStyleCnt="8">
        <dgm:presLayoutVars>
          <dgm:chMax val="0"/>
          <dgm:chPref val="0"/>
          <dgm:bulletEnabled val="1"/>
        </dgm:presLayoutVars>
      </dgm:prSet>
      <dgm:spPr/>
    </dgm:pt>
    <dgm:pt modelId="{61E26570-C7BF-452D-A181-5CB56E6206A0}" type="pres">
      <dgm:prSet presAssocID="{4C91CA64-9B0C-4A0B-A1DF-64ADB09E8EBB}" presName="Parent" presStyleLbl="alignNode1" presStyleIdx="2" presStyleCnt="4">
        <dgm:presLayoutVars>
          <dgm:chMax val="3"/>
          <dgm:chPref val="3"/>
          <dgm:bulletEnabled val="1"/>
        </dgm:presLayoutVars>
      </dgm:prSet>
      <dgm:spPr/>
    </dgm:pt>
    <dgm:pt modelId="{16475FCC-82A1-4710-A06F-EECFC14EC9A4}" type="pres">
      <dgm:prSet presAssocID="{4C91CA64-9B0C-4A0B-A1DF-64ADB09E8EBB}" presName="Accent" presStyleLbl="parChTrans1D1" presStyleIdx="2" presStyleCnt="4"/>
      <dgm:spPr/>
    </dgm:pt>
    <dgm:pt modelId="{78B481D6-23B4-4332-93CE-80FFAB5E23EE}" type="pres">
      <dgm:prSet presAssocID="{4C91CA64-9B0C-4A0B-A1DF-64ADB09E8EBB}" presName="Child" presStyleLbl="revTx" presStyleIdx="5" presStyleCnt="8">
        <dgm:presLayoutVars>
          <dgm:chMax val="0"/>
          <dgm:chPref val="0"/>
          <dgm:bulletEnabled val="1"/>
        </dgm:presLayoutVars>
      </dgm:prSet>
      <dgm:spPr/>
    </dgm:pt>
    <dgm:pt modelId="{73CD7770-1B74-46C5-8CFD-AFA911570035}" type="pres">
      <dgm:prSet presAssocID="{7905DB5E-CEF8-4FF1-9698-C82EB9BF4C88}" presName="sibTrans" presStyleCnt="0"/>
      <dgm:spPr/>
    </dgm:pt>
    <dgm:pt modelId="{3860492C-D871-4279-8370-744E625B0406}" type="pres">
      <dgm:prSet presAssocID="{CA2DC00D-8044-4AA3-97AE-BB1CDCB195E6}" presName="composite" presStyleCnt="0"/>
      <dgm:spPr/>
    </dgm:pt>
    <dgm:pt modelId="{403393FA-86C8-4D50-94D4-EA35B5F3300F}" type="pres">
      <dgm:prSet presAssocID="{CA2DC00D-8044-4AA3-97AE-BB1CDCB195E6}" presName="FirstChild" presStyleLbl="revTx" presStyleIdx="6" presStyleCnt="8">
        <dgm:presLayoutVars>
          <dgm:chMax val="0"/>
          <dgm:chPref val="0"/>
          <dgm:bulletEnabled val="1"/>
        </dgm:presLayoutVars>
      </dgm:prSet>
      <dgm:spPr/>
    </dgm:pt>
    <dgm:pt modelId="{9DDBF578-4662-4669-B8C4-18E287B30182}" type="pres">
      <dgm:prSet presAssocID="{CA2DC00D-8044-4AA3-97AE-BB1CDCB195E6}" presName="Parent" presStyleLbl="alignNode1" presStyleIdx="3" presStyleCnt="4">
        <dgm:presLayoutVars>
          <dgm:chMax val="3"/>
          <dgm:chPref val="3"/>
          <dgm:bulletEnabled val="1"/>
        </dgm:presLayoutVars>
      </dgm:prSet>
      <dgm:spPr/>
    </dgm:pt>
    <dgm:pt modelId="{A8EA03E4-8C8E-4F9A-9A7C-0A71999808FA}" type="pres">
      <dgm:prSet presAssocID="{CA2DC00D-8044-4AA3-97AE-BB1CDCB195E6}" presName="Accent" presStyleLbl="parChTrans1D1" presStyleIdx="3" presStyleCnt="4"/>
      <dgm:spPr/>
    </dgm:pt>
    <dgm:pt modelId="{3762057D-0D4E-4EBF-8DC5-4260975B8843}" type="pres">
      <dgm:prSet presAssocID="{CA2DC00D-8044-4AA3-97AE-BB1CDCB195E6}" presName="Child" presStyleLbl="revTx" presStyleIdx="7" presStyleCnt="8">
        <dgm:presLayoutVars>
          <dgm:chMax val="0"/>
          <dgm:chPref val="0"/>
          <dgm:bulletEnabled val="1"/>
        </dgm:presLayoutVars>
      </dgm:prSet>
      <dgm:spPr/>
    </dgm:pt>
  </dgm:ptLst>
  <dgm:cxnLst>
    <dgm:cxn modelId="{94D46102-AF2C-4898-888F-81BF5C70A167}" type="presOf" srcId="{4C91CA64-9B0C-4A0B-A1DF-64ADB09E8EBB}" destId="{61E26570-C7BF-452D-A181-5CB56E6206A0}" srcOrd="0" destOrd="0" presId="urn:microsoft.com/office/officeart/2011/layout/TabList"/>
    <dgm:cxn modelId="{1DF28509-E70C-40D7-BAED-52A42169D195}" srcId="{CA2DC00D-8044-4AA3-97AE-BB1CDCB195E6}" destId="{E8F6AE88-B642-4C98-BF43-BE89A1B4B26D}" srcOrd="0" destOrd="0" parTransId="{A05CD819-129A-416A-B737-3B3F140940DE}" sibTransId="{262ECCC7-8112-45E4-AF6C-E038D6087897}"/>
    <dgm:cxn modelId="{1FD54E1B-E5F2-46EB-A6ED-42D6DBBCA0C5}" type="presOf" srcId="{67B718F3-6FE6-421C-AD5B-E4AC662DEAA8}" destId="{D2D7C6C2-8536-4D51-8F0D-88B740AB1CE9}" srcOrd="0" destOrd="0" presId="urn:microsoft.com/office/officeart/2011/layout/TabList"/>
    <dgm:cxn modelId="{CDB78D29-207C-4B40-A85F-09A421204DA9}" type="presOf" srcId="{568B1525-66BB-44D8-B73D-214EDD8D272D}" destId="{78B481D6-23B4-4332-93CE-80FFAB5E23EE}" srcOrd="0" destOrd="0" presId="urn:microsoft.com/office/officeart/2011/layout/TabList"/>
    <dgm:cxn modelId="{E01E022D-D523-4CA4-A405-77F1E650E36D}" srcId="{67B718F3-6FE6-421C-AD5B-E4AC662DEAA8}" destId="{4C91CA64-9B0C-4A0B-A1DF-64ADB09E8EBB}" srcOrd="2" destOrd="0" parTransId="{874AF84A-46D3-4385-9539-F450D1265389}" sibTransId="{7905DB5E-CEF8-4FF1-9698-C82EB9BF4C88}"/>
    <dgm:cxn modelId="{2B705838-C84B-452A-AB4C-7E4D0272A2D4}" srcId="{2EAB0D49-661C-40C7-B4A0-E6BEC5691692}" destId="{F5AF7259-DC82-4ABB-8821-081C6C03240E}" srcOrd="1" destOrd="0" parTransId="{85D159B8-ACCE-45D7-A4CF-6CC28AD56D2C}" sibTransId="{ADB3E132-5B94-470B-A6E3-E5FEB41D4B09}"/>
    <dgm:cxn modelId="{98F3D941-931C-4D25-8B43-685800074ACF}" type="presOf" srcId="{9FE920D5-AAB5-4F02-B730-53DEB622AF0B}" destId="{13E3E029-AC27-4EFC-9138-EBEAA597C362}" srcOrd="0" destOrd="0" presId="urn:microsoft.com/office/officeart/2011/layout/TabList"/>
    <dgm:cxn modelId="{8AC6B065-8FF4-430B-8190-E58FC0B0D416}" type="presOf" srcId="{F96C0D72-CC05-4A07-96EA-C3552CA46270}" destId="{3762057D-0D4E-4EBF-8DC5-4260975B8843}" srcOrd="0" destOrd="0" presId="urn:microsoft.com/office/officeart/2011/layout/TabList"/>
    <dgm:cxn modelId="{251D984B-51E1-46D2-8886-F119342A2379}" srcId="{A56CAB4A-163F-46F5-96D4-7E362EA2A749}" destId="{E5DD5A05-55DA-496F-B63D-DDB3B3914D54}" srcOrd="1" destOrd="0" parTransId="{BBA6BA7A-BE73-48D1-845A-937CBC21A84A}" sibTransId="{54E22EC3-8FD5-44BA-81A2-98A1258C6CB4}"/>
    <dgm:cxn modelId="{A4AF4B4E-D3B4-49E5-97D8-3AE6A07A122A}" type="presOf" srcId="{B6B80496-1404-442F-994C-A0911B45ED6E}" destId="{3DB07FC4-C3F5-49F2-987A-075970EACB84}" srcOrd="0" destOrd="0" presId="urn:microsoft.com/office/officeart/2011/layout/TabList"/>
    <dgm:cxn modelId="{009EE86F-656E-4A15-94A0-65B01E6B32AB}" type="presOf" srcId="{E5DD5A05-55DA-496F-B63D-DDB3B3914D54}" destId="{4EC81365-264E-4669-A3E5-C4B38AA971AB}" srcOrd="0" destOrd="0" presId="urn:microsoft.com/office/officeart/2011/layout/TabList"/>
    <dgm:cxn modelId="{30786878-4B5D-41DD-9A77-E4C877AF9BB6}" srcId="{67B718F3-6FE6-421C-AD5B-E4AC662DEAA8}" destId="{2EAB0D49-661C-40C7-B4A0-E6BEC5691692}" srcOrd="1" destOrd="0" parTransId="{59C706BE-219B-42E4-BC04-81B6AE394D68}" sibTransId="{C0F07F76-3D6D-4E2E-BEF9-335418ADF0F6}"/>
    <dgm:cxn modelId="{FFF25459-671A-4B70-8D6D-F54A8F479840}" type="presOf" srcId="{2EAB0D49-661C-40C7-B4A0-E6BEC5691692}" destId="{CBDE42B4-7F7C-4A91-8F12-5B69CD633998}" srcOrd="0" destOrd="0" presId="urn:microsoft.com/office/officeart/2011/layout/TabList"/>
    <dgm:cxn modelId="{3B9D1E5A-7C28-453B-B91F-C2A660A16A30}" srcId="{2EAB0D49-661C-40C7-B4A0-E6BEC5691692}" destId="{9FE920D5-AAB5-4F02-B730-53DEB622AF0B}" srcOrd="0" destOrd="0" parTransId="{D5C497A3-BBA5-410F-9F4B-01B0DA71B15C}" sibTransId="{9535E6A0-82BA-4374-B5E3-75573DF3C9A9}"/>
    <dgm:cxn modelId="{57818988-E2A8-4577-A372-3D6BB0D9C075}" type="presOf" srcId="{E8F6AE88-B642-4C98-BF43-BE89A1B4B26D}" destId="{403393FA-86C8-4D50-94D4-EA35B5F3300F}" srcOrd="0" destOrd="0" presId="urn:microsoft.com/office/officeart/2011/layout/TabList"/>
    <dgm:cxn modelId="{783A44BC-99A0-4C32-B6D2-A78BFDE98ED2}" srcId="{4C91CA64-9B0C-4A0B-A1DF-64ADB09E8EBB}" destId="{B9AC70ED-D93A-49C3-BAF3-D358FD5CADF8}" srcOrd="0" destOrd="0" parTransId="{09622FD2-A5B9-401C-BE82-232A142F0852}" sibTransId="{EC792C3B-EA53-4FEC-9B6B-8E35FEF62A95}"/>
    <dgm:cxn modelId="{048CBFBD-E7EB-4CC0-AE5B-9561C9C09CA8}" srcId="{67B718F3-6FE6-421C-AD5B-E4AC662DEAA8}" destId="{A56CAB4A-163F-46F5-96D4-7E362EA2A749}" srcOrd="0" destOrd="0" parTransId="{7FFA4BD9-6FD8-43C6-8A83-0C624983170C}" sibTransId="{0A127239-431A-47EF-818E-983358E527EB}"/>
    <dgm:cxn modelId="{C9D30CC7-E10F-4CF0-AE09-AD1D7C8AE7EA}" srcId="{4C91CA64-9B0C-4A0B-A1DF-64ADB09E8EBB}" destId="{568B1525-66BB-44D8-B73D-214EDD8D272D}" srcOrd="1" destOrd="0" parTransId="{8D43F1F7-35D9-482B-958E-197E01971890}" sibTransId="{B507E6F6-4392-4799-9BDC-C3037B1E99F9}"/>
    <dgm:cxn modelId="{828C7ECC-30BE-47A4-9D57-C5B80B15217B}" type="presOf" srcId="{A56CAB4A-163F-46F5-96D4-7E362EA2A749}" destId="{932A5FD7-202A-4825-8398-704897D169F6}" srcOrd="0" destOrd="0" presId="urn:microsoft.com/office/officeart/2011/layout/TabList"/>
    <dgm:cxn modelId="{166F58D1-D35E-46ED-AE61-65B8F206E2F8}" srcId="{67B718F3-6FE6-421C-AD5B-E4AC662DEAA8}" destId="{CA2DC00D-8044-4AA3-97AE-BB1CDCB195E6}" srcOrd="3" destOrd="0" parTransId="{36FA6688-20A6-4BAC-92CE-977B543EC3C3}" sibTransId="{55E78132-C424-4225-8BFB-9DFF17D6FB32}"/>
    <dgm:cxn modelId="{A73B27D2-8F23-49F6-A81F-618D1CF24D3B}" type="presOf" srcId="{B9AC70ED-D93A-49C3-BAF3-D358FD5CADF8}" destId="{2861F0CA-2DAA-486D-B371-D694EB16A721}" srcOrd="0" destOrd="0" presId="urn:microsoft.com/office/officeart/2011/layout/TabList"/>
    <dgm:cxn modelId="{1F2A3BD4-D2AA-43C1-B15A-4E570995A0E5}" srcId="{CA2DC00D-8044-4AA3-97AE-BB1CDCB195E6}" destId="{F96C0D72-CC05-4A07-96EA-C3552CA46270}" srcOrd="1" destOrd="0" parTransId="{6401DD66-50C9-473A-854E-6DA90352E494}" sibTransId="{1FEF3D16-5614-418F-BED7-14C96D12D9F7}"/>
    <dgm:cxn modelId="{E168AFDD-8ECA-4438-8AD1-DEA1FBF994AF}" type="presOf" srcId="{F5AF7259-DC82-4ABB-8821-081C6C03240E}" destId="{6FEC74D9-70FF-4CAD-85BB-1B1004135357}" srcOrd="0" destOrd="0" presId="urn:microsoft.com/office/officeart/2011/layout/TabList"/>
    <dgm:cxn modelId="{EB699EF2-906E-4E7C-B072-340531375FF3}" type="presOf" srcId="{CA2DC00D-8044-4AA3-97AE-BB1CDCB195E6}" destId="{9DDBF578-4662-4669-B8C4-18E287B30182}" srcOrd="0" destOrd="0" presId="urn:microsoft.com/office/officeart/2011/layout/TabList"/>
    <dgm:cxn modelId="{00E562FD-AC50-4089-BF66-ECF21C7C86FE}" srcId="{A56CAB4A-163F-46F5-96D4-7E362EA2A749}" destId="{B6B80496-1404-442F-994C-A0911B45ED6E}" srcOrd="0" destOrd="0" parTransId="{3C189DED-529B-49BE-ADEF-BC897D5AED9A}" sibTransId="{893F835E-A13C-4376-B68D-FEA10833E559}"/>
    <dgm:cxn modelId="{59452EAD-626C-4608-AD2E-FFB6EB7875DD}" type="presParOf" srcId="{D2D7C6C2-8536-4D51-8F0D-88B740AB1CE9}" destId="{FEF09632-A1D7-4F29-B535-99A160BF8E61}" srcOrd="0" destOrd="0" presId="urn:microsoft.com/office/officeart/2011/layout/TabList"/>
    <dgm:cxn modelId="{DDE88888-D9D9-4F06-B97F-E7690CE78CEC}" type="presParOf" srcId="{FEF09632-A1D7-4F29-B535-99A160BF8E61}" destId="{3DB07FC4-C3F5-49F2-987A-075970EACB84}" srcOrd="0" destOrd="0" presId="urn:microsoft.com/office/officeart/2011/layout/TabList"/>
    <dgm:cxn modelId="{8F2BE3F5-F38A-4B8C-8EDB-9882E1563524}" type="presParOf" srcId="{FEF09632-A1D7-4F29-B535-99A160BF8E61}" destId="{932A5FD7-202A-4825-8398-704897D169F6}" srcOrd="1" destOrd="0" presId="urn:microsoft.com/office/officeart/2011/layout/TabList"/>
    <dgm:cxn modelId="{2BF500BA-808D-4B36-B6C8-FAC9D151688A}" type="presParOf" srcId="{FEF09632-A1D7-4F29-B535-99A160BF8E61}" destId="{5EB5C2E5-B0A7-468F-B8CC-95037ED97E8B}" srcOrd="2" destOrd="0" presId="urn:microsoft.com/office/officeart/2011/layout/TabList"/>
    <dgm:cxn modelId="{4ADC752A-8534-4E6B-A032-CBB7D9223480}" type="presParOf" srcId="{D2D7C6C2-8536-4D51-8F0D-88B740AB1CE9}" destId="{4EC81365-264E-4669-A3E5-C4B38AA971AB}" srcOrd="1" destOrd="0" presId="urn:microsoft.com/office/officeart/2011/layout/TabList"/>
    <dgm:cxn modelId="{9F398339-65AC-492F-9696-EED34261651D}" type="presParOf" srcId="{D2D7C6C2-8536-4D51-8F0D-88B740AB1CE9}" destId="{7414EF02-2AAF-42F5-9098-628AFDFB3377}" srcOrd="2" destOrd="0" presId="urn:microsoft.com/office/officeart/2011/layout/TabList"/>
    <dgm:cxn modelId="{D3D90F37-9855-42D3-ADD0-83557807E249}" type="presParOf" srcId="{D2D7C6C2-8536-4D51-8F0D-88B740AB1CE9}" destId="{CF8FDEC4-ED59-4771-9093-AC75156F7BAF}" srcOrd="3" destOrd="0" presId="urn:microsoft.com/office/officeart/2011/layout/TabList"/>
    <dgm:cxn modelId="{75FC8AA9-705F-4BD6-8B8E-575210B37523}" type="presParOf" srcId="{CF8FDEC4-ED59-4771-9093-AC75156F7BAF}" destId="{13E3E029-AC27-4EFC-9138-EBEAA597C362}" srcOrd="0" destOrd="0" presId="urn:microsoft.com/office/officeart/2011/layout/TabList"/>
    <dgm:cxn modelId="{8091C14C-909F-40FE-9876-101011B37C51}" type="presParOf" srcId="{CF8FDEC4-ED59-4771-9093-AC75156F7BAF}" destId="{CBDE42B4-7F7C-4A91-8F12-5B69CD633998}" srcOrd="1" destOrd="0" presId="urn:microsoft.com/office/officeart/2011/layout/TabList"/>
    <dgm:cxn modelId="{E5C3D1E9-42EC-43F4-B290-E41B64CF64B1}" type="presParOf" srcId="{CF8FDEC4-ED59-4771-9093-AC75156F7BAF}" destId="{BE6A7947-7F37-4F47-A1B7-14318224C352}" srcOrd="2" destOrd="0" presId="urn:microsoft.com/office/officeart/2011/layout/TabList"/>
    <dgm:cxn modelId="{EF738DDA-A90A-48E2-8F03-B3BC2580EA6D}" type="presParOf" srcId="{D2D7C6C2-8536-4D51-8F0D-88B740AB1CE9}" destId="{6FEC74D9-70FF-4CAD-85BB-1B1004135357}" srcOrd="4" destOrd="0" presId="urn:microsoft.com/office/officeart/2011/layout/TabList"/>
    <dgm:cxn modelId="{4B351AD0-C169-4226-82CD-45AD0ECEE1E7}" type="presParOf" srcId="{D2D7C6C2-8536-4D51-8F0D-88B740AB1CE9}" destId="{D05A12FA-869F-4681-9431-62E1607AC0B2}" srcOrd="5" destOrd="0" presId="urn:microsoft.com/office/officeart/2011/layout/TabList"/>
    <dgm:cxn modelId="{706266D3-198A-4EC7-BB4A-A93A3DA597E7}" type="presParOf" srcId="{D2D7C6C2-8536-4D51-8F0D-88B740AB1CE9}" destId="{4647510B-93B1-44D3-9C57-25ECC27732A6}" srcOrd="6" destOrd="0" presId="urn:microsoft.com/office/officeart/2011/layout/TabList"/>
    <dgm:cxn modelId="{6B97D8C3-4DED-443C-9AB7-4BEE6109D983}" type="presParOf" srcId="{4647510B-93B1-44D3-9C57-25ECC27732A6}" destId="{2861F0CA-2DAA-486D-B371-D694EB16A721}" srcOrd="0" destOrd="0" presId="urn:microsoft.com/office/officeart/2011/layout/TabList"/>
    <dgm:cxn modelId="{EE3B5238-3209-40D1-9151-DC606284C349}" type="presParOf" srcId="{4647510B-93B1-44D3-9C57-25ECC27732A6}" destId="{61E26570-C7BF-452D-A181-5CB56E6206A0}" srcOrd="1" destOrd="0" presId="urn:microsoft.com/office/officeart/2011/layout/TabList"/>
    <dgm:cxn modelId="{1E6A77FE-E18B-4BC4-9435-5DDE2C59BCE9}" type="presParOf" srcId="{4647510B-93B1-44D3-9C57-25ECC27732A6}" destId="{16475FCC-82A1-4710-A06F-EECFC14EC9A4}" srcOrd="2" destOrd="0" presId="urn:microsoft.com/office/officeart/2011/layout/TabList"/>
    <dgm:cxn modelId="{6B4F1AC0-FD75-44D0-87F7-0D1166911016}" type="presParOf" srcId="{D2D7C6C2-8536-4D51-8F0D-88B740AB1CE9}" destId="{78B481D6-23B4-4332-93CE-80FFAB5E23EE}" srcOrd="7" destOrd="0" presId="urn:microsoft.com/office/officeart/2011/layout/TabList"/>
    <dgm:cxn modelId="{87768C74-C25F-41D5-B26A-8E85C89913C5}" type="presParOf" srcId="{D2D7C6C2-8536-4D51-8F0D-88B740AB1CE9}" destId="{73CD7770-1B74-46C5-8CFD-AFA911570035}" srcOrd="8" destOrd="0" presId="urn:microsoft.com/office/officeart/2011/layout/TabList"/>
    <dgm:cxn modelId="{BE1F5248-0C66-49ED-AE5A-F198FAE6FF13}" type="presParOf" srcId="{D2D7C6C2-8536-4D51-8F0D-88B740AB1CE9}" destId="{3860492C-D871-4279-8370-744E625B0406}" srcOrd="9" destOrd="0" presId="urn:microsoft.com/office/officeart/2011/layout/TabList"/>
    <dgm:cxn modelId="{5426A197-6DF3-4D87-B307-EDB163FF6184}" type="presParOf" srcId="{3860492C-D871-4279-8370-744E625B0406}" destId="{403393FA-86C8-4D50-94D4-EA35B5F3300F}" srcOrd="0" destOrd="0" presId="urn:microsoft.com/office/officeart/2011/layout/TabList"/>
    <dgm:cxn modelId="{32809520-2D8F-4BBC-AD99-63D08F5F80D5}" type="presParOf" srcId="{3860492C-D871-4279-8370-744E625B0406}" destId="{9DDBF578-4662-4669-B8C4-18E287B30182}" srcOrd="1" destOrd="0" presId="urn:microsoft.com/office/officeart/2011/layout/TabList"/>
    <dgm:cxn modelId="{FC0C2346-450E-42A5-8A20-2B8F062DD5A8}" type="presParOf" srcId="{3860492C-D871-4279-8370-744E625B0406}" destId="{A8EA03E4-8C8E-4F9A-9A7C-0A71999808FA}" srcOrd="2" destOrd="0" presId="urn:microsoft.com/office/officeart/2011/layout/TabList"/>
    <dgm:cxn modelId="{2074ACD4-88CC-4B1B-AE9B-7706D825811B}" type="presParOf" srcId="{D2D7C6C2-8536-4D51-8F0D-88B740AB1CE9}" destId="{3762057D-0D4E-4EBF-8DC5-4260975B8843}" srcOrd="10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EA03E4-8C8E-4F9A-9A7C-0A71999808FA}">
      <dsp:nvSpPr>
        <dsp:cNvPr id="0" name=""/>
        <dsp:cNvSpPr/>
      </dsp:nvSpPr>
      <dsp:spPr>
        <a:xfrm>
          <a:off x="0" y="3617275"/>
          <a:ext cx="10515600" cy="0"/>
        </a:xfrm>
        <a:prstGeom prst="line">
          <a:avLst/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475FCC-82A1-4710-A06F-EECFC14EC9A4}">
      <dsp:nvSpPr>
        <dsp:cNvPr id="0" name=""/>
        <dsp:cNvSpPr/>
      </dsp:nvSpPr>
      <dsp:spPr>
        <a:xfrm>
          <a:off x="0" y="2530531"/>
          <a:ext cx="10515600" cy="0"/>
        </a:xfrm>
        <a:prstGeom prst="line">
          <a:avLst/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6A7947-7F37-4F47-A1B7-14318224C352}">
      <dsp:nvSpPr>
        <dsp:cNvPr id="0" name=""/>
        <dsp:cNvSpPr/>
      </dsp:nvSpPr>
      <dsp:spPr>
        <a:xfrm>
          <a:off x="0" y="1443787"/>
          <a:ext cx="10515600" cy="0"/>
        </a:xfrm>
        <a:prstGeom prst="line">
          <a:avLst/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B5C2E5-B0A7-468F-B8CC-95037ED97E8B}">
      <dsp:nvSpPr>
        <dsp:cNvPr id="0" name=""/>
        <dsp:cNvSpPr/>
      </dsp:nvSpPr>
      <dsp:spPr>
        <a:xfrm>
          <a:off x="0" y="357043"/>
          <a:ext cx="10515600" cy="0"/>
        </a:xfrm>
        <a:prstGeom prst="line">
          <a:avLst/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B07FC4-C3F5-49F2-987A-075970EACB84}">
      <dsp:nvSpPr>
        <dsp:cNvPr id="0" name=""/>
        <dsp:cNvSpPr/>
      </dsp:nvSpPr>
      <dsp:spPr>
        <a:xfrm>
          <a:off x="2734055" y="769"/>
          <a:ext cx="7781544" cy="356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36195" rIns="36195" bIns="36195" numCol="1" spcCol="1270" anchor="b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-</a:t>
          </a:r>
          <a:endParaRPr lang="en-PK" sz="1900" kern="1200" dirty="0"/>
        </a:p>
      </dsp:txBody>
      <dsp:txXfrm>
        <a:off x="2734055" y="769"/>
        <a:ext cx="7781544" cy="356274"/>
      </dsp:txXfrm>
    </dsp:sp>
    <dsp:sp modelId="{932A5FD7-202A-4825-8398-704897D169F6}">
      <dsp:nvSpPr>
        <dsp:cNvPr id="0" name=""/>
        <dsp:cNvSpPr/>
      </dsp:nvSpPr>
      <dsp:spPr>
        <a:xfrm>
          <a:off x="0" y="769"/>
          <a:ext cx="2734056" cy="356274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36195" rIns="36195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Python</a:t>
          </a:r>
          <a:endParaRPr lang="en-PK" sz="1900" kern="1200" dirty="0"/>
        </a:p>
      </dsp:txBody>
      <dsp:txXfrm>
        <a:off x="17395" y="18164"/>
        <a:ext cx="2699266" cy="338879"/>
      </dsp:txXfrm>
    </dsp:sp>
    <dsp:sp modelId="{4EC81365-264E-4669-A3E5-C4B38AA971AB}">
      <dsp:nvSpPr>
        <dsp:cNvPr id="0" name=""/>
        <dsp:cNvSpPr/>
      </dsp:nvSpPr>
      <dsp:spPr>
        <a:xfrm>
          <a:off x="0" y="357043"/>
          <a:ext cx="10515600" cy="7126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Easy to learn, widely used in AI and data science.</a:t>
          </a:r>
          <a:endParaRPr lang="en-PK" sz="2400" kern="1200" dirty="0"/>
        </a:p>
      </dsp:txBody>
      <dsp:txXfrm>
        <a:off x="0" y="357043"/>
        <a:ext cx="10515600" cy="712655"/>
      </dsp:txXfrm>
    </dsp:sp>
    <dsp:sp modelId="{13E3E029-AC27-4EFC-9138-EBEAA597C362}">
      <dsp:nvSpPr>
        <dsp:cNvPr id="0" name=""/>
        <dsp:cNvSpPr/>
      </dsp:nvSpPr>
      <dsp:spPr>
        <a:xfrm>
          <a:off x="2734055" y="1087513"/>
          <a:ext cx="7781544" cy="356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36195" rIns="36195" bIns="36195" numCol="1" spcCol="1270" anchor="b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-</a:t>
          </a:r>
          <a:endParaRPr lang="en-PK" sz="1900" kern="1200" dirty="0"/>
        </a:p>
      </dsp:txBody>
      <dsp:txXfrm>
        <a:off x="2734055" y="1087513"/>
        <a:ext cx="7781544" cy="356274"/>
      </dsp:txXfrm>
    </dsp:sp>
    <dsp:sp modelId="{CBDE42B4-7F7C-4A91-8F12-5B69CD633998}">
      <dsp:nvSpPr>
        <dsp:cNvPr id="0" name=""/>
        <dsp:cNvSpPr/>
      </dsp:nvSpPr>
      <dsp:spPr>
        <a:xfrm>
          <a:off x="0" y="1087513"/>
          <a:ext cx="2734056" cy="356274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36195" rIns="36195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Java</a:t>
          </a:r>
          <a:endParaRPr lang="en-PK" sz="1900" kern="1200" dirty="0"/>
        </a:p>
      </dsp:txBody>
      <dsp:txXfrm>
        <a:off x="17395" y="1104908"/>
        <a:ext cx="2699266" cy="338879"/>
      </dsp:txXfrm>
    </dsp:sp>
    <dsp:sp modelId="{6FEC74D9-70FF-4CAD-85BB-1B1004135357}">
      <dsp:nvSpPr>
        <dsp:cNvPr id="0" name=""/>
        <dsp:cNvSpPr/>
      </dsp:nvSpPr>
      <dsp:spPr>
        <a:xfrm>
          <a:off x="0" y="1443787"/>
          <a:ext cx="10515600" cy="7126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Common for enterprise and Android applications.</a:t>
          </a:r>
          <a:endParaRPr lang="en-PK" sz="2400" kern="1200" dirty="0"/>
        </a:p>
      </dsp:txBody>
      <dsp:txXfrm>
        <a:off x="0" y="1443787"/>
        <a:ext cx="10515600" cy="712655"/>
      </dsp:txXfrm>
    </dsp:sp>
    <dsp:sp modelId="{2861F0CA-2DAA-486D-B371-D694EB16A721}">
      <dsp:nvSpPr>
        <dsp:cNvPr id="0" name=""/>
        <dsp:cNvSpPr/>
      </dsp:nvSpPr>
      <dsp:spPr>
        <a:xfrm>
          <a:off x="2734055" y="2174256"/>
          <a:ext cx="7781544" cy="356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36195" rIns="36195" bIns="36195" numCol="1" spcCol="1270" anchor="b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-</a:t>
          </a:r>
          <a:endParaRPr lang="en-PK" sz="1900" kern="1200" dirty="0"/>
        </a:p>
      </dsp:txBody>
      <dsp:txXfrm>
        <a:off x="2734055" y="2174256"/>
        <a:ext cx="7781544" cy="356274"/>
      </dsp:txXfrm>
    </dsp:sp>
    <dsp:sp modelId="{61E26570-C7BF-452D-A181-5CB56E6206A0}">
      <dsp:nvSpPr>
        <dsp:cNvPr id="0" name=""/>
        <dsp:cNvSpPr/>
      </dsp:nvSpPr>
      <dsp:spPr>
        <a:xfrm>
          <a:off x="0" y="2174256"/>
          <a:ext cx="2734056" cy="356274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36195" rIns="36195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C++</a:t>
          </a:r>
          <a:endParaRPr lang="en-PK" sz="1900" kern="1200" dirty="0"/>
        </a:p>
      </dsp:txBody>
      <dsp:txXfrm>
        <a:off x="17395" y="2191651"/>
        <a:ext cx="2699266" cy="338879"/>
      </dsp:txXfrm>
    </dsp:sp>
    <dsp:sp modelId="{78B481D6-23B4-4332-93CE-80FFAB5E23EE}">
      <dsp:nvSpPr>
        <dsp:cNvPr id="0" name=""/>
        <dsp:cNvSpPr/>
      </dsp:nvSpPr>
      <dsp:spPr>
        <a:xfrm>
          <a:off x="0" y="2530531"/>
          <a:ext cx="10515600" cy="7126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Used for games and high-performance software.</a:t>
          </a:r>
          <a:endParaRPr lang="en-PK" sz="2400" kern="1200" dirty="0"/>
        </a:p>
      </dsp:txBody>
      <dsp:txXfrm>
        <a:off x="0" y="2530531"/>
        <a:ext cx="10515600" cy="712655"/>
      </dsp:txXfrm>
    </dsp:sp>
    <dsp:sp modelId="{403393FA-86C8-4D50-94D4-EA35B5F3300F}">
      <dsp:nvSpPr>
        <dsp:cNvPr id="0" name=""/>
        <dsp:cNvSpPr/>
      </dsp:nvSpPr>
      <dsp:spPr>
        <a:xfrm>
          <a:off x="2734055" y="3261000"/>
          <a:ext cx="7781544" cy="356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36195" rIns="36195" bIns="36195" numCol="1" spcCol="1270" anchor="b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-</a:t>
          </a:r>
          <a:endParaRPr lang="en-PK" sz="1900" kern="1200" dirty="0"/>
        </a:p>
      </dsp:txBody>
      <dsp:txXfrm>
        <a:off x="2734055" y="3261000"/>
        <a:ext cx="7781544" cy="356274"/>
      </dsp:txXfrm>
    </dsp:sp>
    <dsp:sp modelId="{9DDBF578-4662-4669-B8C4-18E287B30182}">
      <dsp:nvSpPr>
        <dsp:cNvPr id="0" name=""/>
        <dsp:cNvSpPr/>
      </dsp:nvSpPr>
      <dsp:spPr>
        <a:xfrm>
          <a:off x="0" y="3261000"/>
          <a:ext cx="2734056" cy="356274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36195" rIns="36195" bIns="3619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JavaScript</a:t>
          </a:r>
          <a:endParaRPr lang="en-PK" sz="1900" kern="1200" dirty="0"/>
        </a:p>
      </dsp:txBody>
      <dsp:txXfrm>
        <a:off x="17395" y="3278395"/>
        <a:ext cx="2699266" cy="338879"/>
      </dsp:txXfrm>
    </dsp:sp>
    <dsp:sp modelId="{3762057D-0D4E-4EBF-8DC5-4260975B8843}">
      <dsp:nvSpPr>
        <dsp:cNvPr id="0" name=""/>
        <dsp:cNvSpPr/>
      </dsp:nvSpPr>
      <dsp:spPr>
        <a:xfrm>
          <a:off x="0" y="3617275"/>
          <a:ext cx="10515600" cy="7126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Makes websites interactive.</a:t>
          </a:r>
          <a:endParaRPr lang="en-PK" sz="2400" kern="1200" dirty="0"/>
        </a:p>
      </dsp:txBody>
      <dsp:txXfrm>
        <a:off x="0" y="3617275"/>
        <a:ext cx="10515600" cy="7126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B54C8-7A8C-4357-8185-E9AAA39407A7}" type="datetimeFigureOut">
              <a:rPr lang="en-PK" smtClean="0"/>
              <a:t>10/07/2026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B5C56-5B09-4EB9-9F11-F20245F97D16}" type="slidenum">
              <a:rPr lang="en-PK" smtClean="0"/>
              <a:t>‹#›</a:t>
            </a:fld>
            <a:endParaRPr lang="en-PK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1304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B54C8-7A8C-4357-8185-E9AAA39407A7}" type="datetimeFigureOut">
              <a:rPr lang="en-PK" smtClean="0"/>
              <a:t>10/07/2026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B5C56-5B09-4EB9-9F11-F20245F97D1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18255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B54C8-7A8C-4357-8185-E9AAA39407A7}" type="datetimeFigureOut">
              <a:rPr lang="en-PK" smtClean="0"/>
              <a:t>10/07/2026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B5C56-5B09-4EB9-9F11-F20245F97D16}" type="slidenum">
              <a:rPr lang="en-PK" smtClean="0"/>
              <a:t>‹#›</a:t>
            </a:fld>
            <a:endParaRPr lang="en-PK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0305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B54C8-7A8C-4357-8185-E9AAA39407A7}" type="datetimeFigureOut">
              <a:rPr lang="en-PK" smtClean="0"/>
              <a:t>10/07/2026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B5C56-5B09-4EB9-9F11-F20245F97D1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62797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B54C8-7A8C-4357-8185-E9AAA39407A7}" type="datetimeFigureOut">
              <a:rPr lang="en-PK" smtClean="0"/>
              <a:t>10/07/2026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B5C56-5B09-4EB9-9F11-F20245F97D1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41442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B54C8-7A8C-4357-8185-E9AAA39407A7}" type="datetimeFigureOut">
              <a:rPr lang="en-PK" smtClean="0"/>
              <a:t>10/07/2026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B5C56-5B09-4EB9-9F11-F20245F97D1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94383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B54C8-7A8C-4357-8185-E9AAA39407A7}" type="datetimeFigureOut">
              <a:rPr lang="en-PK" smtClean="0"/>
              <a:t>10/07/2026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B5C56-5B09-4EB9-9F11-F20245F97D1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53868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6EB54C8-7A8C-4357-8185-E9AAA39407A7}" type="datetimeFigureOut">
              <a:rPr lang="en-PK" smtClean="0"/>
              <a:t>10/07/2026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BB5C56-5B09-4EB9-9F11-F20245F97D1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08624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B54C8-7A8C-4357-8185-E9AAA39407A7}" type="datetimeFigureOut">
              <a:rPr lang="en-PK" smtClean="0"/>
              <a:t>10/07/2026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B5C56-5B09-4EB9-9F11-F20245F97D1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17837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B54C8-7A8C-4357-8185-E9AAA39407A7}" type="datetimeFigureOut">
              <a:rPr lang="en-PK" smtClean="0"/>
              <a:t>10/07/2026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B5C56-5B09-4EB9-9F11-F20245F97D1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08993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B54C8-7A8C-4357-8185-E9AAA39407A7}" type="datetimeFigureOut">
              <a:rPr lang="en-PK" smtClean="0"/>
              <a:t>10/07/2026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B5C56-5B09-4EB9-9F11-F20245F97D1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62359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6EB54C8-7A8C-4357-8185-E9AAA39407A7}" type="datetimeFigureOut">
              <a:rPr lang="en-PK" smtClean="0"/>
              <a:t>10/07/2026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3BB5C56-5B09-4EB9-9F11-F20245F97D16}" type="slidenum">
              <a:rPr lang="en-PK" smtClean="0"/>
              <a:t>‹#›</a:t>
            </a:fld>
            <a:endParaRPr lang="en-PK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1269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A447A-DC56-B441-2A40-DD219B73C9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Programming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67A91C-01CF-C503-3F59-57A60109D8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2071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DAA7-6085-0BA2-7BF7-6FDB4292A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FA91D-9501-B850-EC17-04E1D3C31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Computer Programming</a:t>
            </a:r>
          </a:p>
          <a:p>
            <a:r>
              <a:rPr lang="en-US" dirty="0"/>
              <a:t>Presented by: Your Name</a:t>
            </a:r>
          </a:p>
          <a:p>
            <a:r>
              <a:rPr lang="en-US" dirty="0"/>
              <a:t>Date: Insert Date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651041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3E374-61D8-3F0C-AB83-835D87246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Programming?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9FC98-178B-11B5-B7F8-C6F01CF4C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Programming is the process of creating instructions for a computer.</a:t>
            </a:r>
          </a:p>
          <a:p>
            <a:r>
              <a:rPr lang="en-US" dirty="0"/>
              <a:t>These instructions are written in programming languages.</a:t>
            </a:r>
          </a:p>
          <a:p>
            <a:r>
              <a:rPr lang="en-US" dirty="0"/>
              <a:t>It helps computers perform specific tasks efficiently.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345318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29B6F-8205-365E-8F60-AF6A53C46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Programming Important?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8C8E1-8523-D333-B7E5-0BECE24B0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Builds websites and mobile apps.</a:t>
            </a:r>
          </a:p>
          <a:p>
            <a:r>
              <a:rPr lang="en-US" dirty="0"/>
              <a:t>Powers games and software.</a:t>
            </a:r>
          </a:p>
          <a:p>
            <a:r>
              <a:rPr lang="en-US" dirty="0"/>
              <a:t>Automates repetitive tasks.</a:t>
            </a:r>
          </a:p>
          <a:p>
            <a:r>
              <a:rPr lang="en-US" dirty="0"/>
              <a:t>Supports technologies like Artificial Intelligence and robotics.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406470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D0720-DC99-B41C-5695-2474F49EA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Popular Programming Languages</a:t>
            </a:r>
            <a:endParaRPr lang="en-PK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3A04FE9-255F-6209-A60A-2D78FC9576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6700366"/>
              </p:ext>
            </p:extLst>
          </p:nvPr>
        </p:nvGraphicFramePr>
        <p:xfrm>
          <a:off x="838200" y="1816100"/>
          <a:ext cx="10515600" cy="4330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91258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8B083-57BB-CAE4-88CC-F0AD4D9E6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Programming Concepts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5E8EE-E7D3-8C7C-0F6B-E43A031A7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Variables</a:t>
            </a:r>
          </a:p>
          <a:p>
            <a:r>
              <a:rPr lang="en-US" dirty="0"/>
              <a:t>Data Types</a:t>
            </a:r>
          </a:p>
          <a:p>
            <a:r>
              <a:rPr lang="en-US" dirty="0"/>
              <a:t>Operators</a:t>
            </a:r>
          </a:p>
          <a:p>
            <a:r>
              <a:rPr lang="en-US" dirty="0"/>
              <a:t>Loops</a:t>
            </a:r>
          </a:p>
          <a:p>
            <a:r>
              <a:rPr lang="en-US" dirty="0"/>
              <a:t>Conditional Statements (if/else)</a:t>
            </a:r>
          </a:p>
          <a:p>
            <a:r>
              <a:rPr lang="en-US" dirty="0"/>
              <a:t>Functions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778913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84670-BDD5-84F1-EC52-0B09F14D0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Programming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EAC95-FDBF-908B-9D0A-8CB78500D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 Development</a:t>
            </a:r>
          </a:p>
          <a:p>
            <a:r>
              <a:rPr lang="en-US" dirty="0"/>
              <a:t>Mobile App Development</a:t>
            </a:r>
          </a:p>
          <a:p>
            <a:r>
              <a:rPr lang="en-US" dirty="0"/>
              <a:t>Artificial Intelligence</a:t>
            </a:r>
          </a:p>
          <a:p>
            <a:r>
              <a:rPr lang="en-US" dirty="0"/>
              <a:t>Data Science</a:t>
            </a:r>
          </a:p>
          <a:p>
            <a:r>
              <a:rPr lang="en-US" dirty="0"/>
              <a:t>Cybersecurity</a:t>
            </a:r>
          </a:p>
          <a:p>
            <a:r>
              <a:rPr lang="en-US" dirty="0"/>
              <a:t>Game Development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339672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F3D9AC-3023-6FCB-DEDC-B76795193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Vs. Mobile App Development</a:t>
            </a:r>
            <a:endParaRPr lang="en-PK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34A4F4-C263-0181-0927-0563B77AC5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 Development</a:t>
            </a:r>
            <a:endParaRPr lang="en-PK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A5BEDB-A23D-8F5B-8BDC-9193E8015C4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Creates websites and web applications that run in internet browsers.</a:t>
            </a:r>
          </a:p>
          <a:p>
            <a:r>
              <a:rPr lang="en-US" dirty="0"/>
              <a:t>Uses technologies such as HTML, CSS, and JavaScript.</a:t>
            </a:r>
          </a:p>
          <a:p>
            <a:r>
              <a:rPr lang="en-US" dirty="0"/>
              <a:t>Accessible from any device with a web browser and internet connection.</a:t>
            </a:r>
          </a:p>
          <a:p>
            <a:r>
              <a:rPr lang="en-US" dirty="0"/>
              <a:t>Updates are deployed on the server, so users always access the latest version.</a:t>
            </a:r>
          </a:p>
          <a:p>
            <a:r>
              <a:rPr lang="en-US" dirty="0"/>
              <a:t>Common examples include e-commerce websites, blogs, and online learning platforms.</a:t>
            </a:r>
            <a:endParaRPr lang="en-PK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205197-B902-6C18-2916-E127581FE9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Mobile App Development</a:t>
            </a:r>
            <a:endParaRPr lang="en-PK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D42690A-6104-727F-F4AE-33074E865F5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Creates applications specifically for smartphones and tablets.</a:t>
            </a:r>
          </a:p>
          <a:p>
            <a:r>
              <a:rPr lang="en-US" dirty="0"/>
              <a:t>Uses languages and frameworks such as Kotlin, Java, Swift, Flutter, or React Native.</a:t>
            </a:r>
          </a:p>
          <a:p>
            <a:r>
              <a:rPr lang="en-US" dirty="0"/>
              <a:t>Apps are installed directly from app stores like Google Play or the Apple App Store.</a:t>
            </a:r>
          </a:p>
          <a:p>
            <a:r>
              <a:rPr lang="en-US" dirty="0"/>
              <a:t>Can access device features such as the camera, GPS, microphone, and sensors.</a:t>
            </a:r>
          </a:p>
          <a:p>
            <a:r>
              <a:rPr lang="en-US" dirty="0"/>
              <a:t>Common examples include WhatsApp, Instagram, Google Maps, and mobile banking apps.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76864882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</TotalTime>
  <Words>293</Words>
  <Application>Microsoft Office PowerPoint</Application>
  <PresentationFormat>Widescreen</PresentationFormat>
  <Paragraphs>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Retrospect</vt:lpstr>
      <vt:lpstr>Programming</vt:lpstr>
      <vt:lpstr>Programming</vt:lpstr>
      <vt:lpstr>What is Programming?</vt:lpstr>
      <vt:lpstr>Why is Programming Important?</vt:lpstr>
      <vt:lpstr>Popular Programming Languages</vt:lpstr>
      <vt:lpstr>Basic Programming Concepts</vt:lpstr>
      <vt:lpstr>Applications of Programming</vt:lpstr>
      <vt:lpstr>Web Vs. Mobile App Development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student</dc:creator>
  <cp:lastModifiedBy>student</cp:lastModifiedBy>
  <cp:revision>1</cp:revision>
  <dcterms:created xsi:type="dcterms:W3CDTF">2026-07-10T05:19:25Z</dcterms:created>
  <dcterms:modified xsi:type="dcterms:W3CDTF">2026-07-10T05:26:21Z</dcterms:modified>
</cp:coreProperties>
</file>